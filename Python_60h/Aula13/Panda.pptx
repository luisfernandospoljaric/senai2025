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5BB792A-9978-4922-B359-B5D77B082850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B12E3A18-B92D-4428-9BB8-02697C686B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8645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792A-9978-4922-B359-B5D77B082850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3A18-B92D-4428-9BB8-02697C686B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6566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792A-9978-4922-B359-B5D77B082850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3A18-B92D-4428-9BB8-02697C686B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6742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792A-9978-4922-B359-B5D77B082850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3A18-B92D-4428-9BB8-02697C686B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2493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792A-9978-4922-B359-B5D77B082850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3A18-B92D-4428-9BB8-02697C686B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8758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792A-9978-4922-B359-B5D77B082850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3A18-B92D-4428-9BB8-02697C686B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296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792A-9978-4922-B359-B5D77B082850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3A18-B92D-4428-9BB8-02697C686B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7932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792A-9978-4922-B359-B5D77B082850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3A18-B92D-4428-9BB8-02697C686B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8675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792A-9978-4922-B359-B5D77B082850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3A18-B92D-4428-9BB8-02697C686B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5209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792A-9978-4922-B359-B5D77B082850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3A18-B92D-4428-9BB8-02697C686B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5762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792A-9978-4922-B359-B5D77B082850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3A18-B92D-4428-9BB8-02697C686B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3443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792A-9978-4922-B359-B5D77B082850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3A18-B92D-4428-9BB8-02697C686B55}" type="slidenum">
              <a:rPr lang="pt-BR" smtClean="0"/>
              <a:t>‹nº›</a:t>
            </a:fld>
            <a:endParaRPr lang="pt-B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9229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792A-9978-4922-B359-B5D77B082850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3A18-B92D-4428-9BB8-02697C686B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74100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792A-9978-4922-B359-B5D77B082850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3A18-B92D-4428-9BB8-02697C686B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09540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792A-9978-4922-B359-B5D77B082850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3A18-B92D-4428-9BB8-02697C686B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1236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792A-9978-4922-B359-B5D77B082850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3A18-B92D-4428-9BB8-02697C686B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29506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B792A-9978-4922-B359-B5D77B082850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E3A18-B92D-4428-9BB8-02697C686B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7323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BB792A-9978-4922-B359-B5D77B082850}" type="datetimeFigureOut">
              <a:rPr lang="pt-BR" smtClean="0"/>
              <a:t>30/10/2024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E3A18-B92D-4428-9BB8-02697C686B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10816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gif"/><Relationship Id="rId5" Type="http://schemas.openxmlformats.org/officeDocument/2006/relationships/image" Target="../media/image17.gif"/><Relationship Id="rId4" Type="http://schemas.openxmlformats.org/officeDocument/2006/relationships/image" Target="../media/image16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AB3881-8024-5B43-0560-2C753F814B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Programação em </a:t>
            </a:r>
            <a:r>
              <a:rPr lang="pt-BR" dirty="0" err="1"/>
              <a:t>python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EBF36C-4D1B-85C0-9171-CAAB6A3B60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Luis Fernando</a:t>
            </a:r>
          </a:p>
          <a:p>
            <a:r>
              <a:rPr lang="pt-BR" dirty="0"/>
              <a:t>Senai 5.13 - </a:t>
            </a:r>
            <a:r>
              <a:rPr lang="pt-BR" dirty="0" err="1"/>
              <a:t>jaguariúna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97393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0F372D-C515-78E6-6494-ABC7C50A0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PANDA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CD85A3-7C92-13C7-D427-8E2BFB274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Pandas</a:t>
            </a:r>
            <a:r>
              <a:rPr lang="pt-BR" dirty="0"/>
              <a:t> é uma biblioteca de Python criada para trabalhar com grandes volumes de dados de forma eficiente e flexível. Ela fornece estruturas de dados e ferramentas para análise de dados, sendo amplamente usada em ciência de dados e aprendizado de máquina, devido à sua capacidade de manipulação de dados de forma tabular (similar ao Excel).</a:t>
            </a:r>
          </a:p>
        </p:txBody>
      </p:sp>
    </p:spTree>
    <p:extLst>
      <p:ext uri="{BB962C8B-B14F-4D97-AF65-F5344CB8AC3E}">
        <p14:creationId xmlns:p14="http://schemas.microsoft.com/office/powerpoint/2010/main" val="1279072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84D30D-2A91-4EF7-593B-8A93DEA45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Quando utilizar o panda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7F55F5-93F4-8480-C4E1-BD022B272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Utilize Pandas quando precisar:</a:t>
            </a:r>
          </a:p>
          <a:p>
            <a:r>
              <a:rPr lang="pt-BR" dirty="0"/>
              <a:t>Manipular grandes volumes de dados tabulares.</a:t>
            </a:r>
          </a:p>
          <a:p>
            <a:r>
              <a:rPr lang="pt-BR" dirty="0"/>
              <a:t>Fazer operações de leitura, limpeza, transformação e análise de dados.</a:t>
            </a:r>
          </a:p>
          <a:p>
            <a:r>
              <a:rPr lang="pt-BR" dirty="0"/>
              <a:t>Manipular arquivos de dados (como .</a:t>
            </a:r>
            <a:r>
              <a:rPr lang="pt-BR" dirty="0" err="1"/>
              <a:t>csv</a:t>
            </a:r>
            <a:r>
              <a:rPr lang="pt-BR" dirty="0"/>
              <a:t>, .</a:t>
            </a:r>
            <a:r>
              <a:rPr lang="pt-BR" dirty="0" err="1"/>
              <a:t>excel</a:t>
            </a:r>
            <a:r>
              <a:rPr lang="pt-BR" dirty="0"/>
              <a:t>, .</a:t>
            </a:r>
            <a:r>
              <a:rPr lang="pt-BR" dirty="0" err="1"/>
              <a:t>json</a:t>
            </a:r>
            <a:r>
              <a:rPr lang="pt-BR" dirty="0"/>
              <a:t>, .</a:t>
            </a:r>
            <a:r>
              <a:rPr lang="pt-BR" dirty="0" err="1"/>
              <a:t>txt</a:t>
            </a:r>
            <a:r>
              <a:rPr lang="pt-BR" dirty="0"/>
              <a:t>).</a:t>
            </a:r>
          </a:p>
          <a:p>
            <a:r>
              <a:rPr lang="pt-BR" dirty="0"/>
              <a:t>Trabalhar com dados numéricos e alfanuméricos.</a:t>
            </a:r>
          </a:p>
        </p:txBody>
      </p:sp>
    </p:spTree>
    <p:extLst>
      <p:ext uri="{BB962C8B-B14F-4D97-AF65-F5344CB8AC3E}">
        <p14:creationId xmlns:p14="http://schemas.microsoft.com/office/powerpoint/2010/main" val="1007822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E78D14-CF74-B3CF-346D-9905853C6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Instalação da biblioteca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0B3C87-7230-1B59-FD2F-D4E2D8EE7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instalar Pandas, você pode usar o seguinte comando no terminal:</a:t>
            </a:r>
          </a:p>
          <a:p>
            <a:endParaRPr lang="pt-BR" dirty="0"/>
          </a:p>
          <a:p>
            <a:r>
              <a:rPr lang="pt-BR" sz="4400" dirty="0"/>
              <a:t>PIP INSTALL PANDAS</a:t>
            </a:r>
          </a:p>
        </p:txBody>
      </p:sp>
    </p:spTree>
    <p:extLst>
      <p:ext uri="{BB962C8B-B14F-4D97-AF65-F5344CB8AC3E}">
        <p14:creationId xmlns:p14="http://schemas.microsoft.com/office/powerpoint/2010/main" val="3127472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9E5852-836C-785F-D820-5C4EC3198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Estruturas de Dados em Pandas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286EA5-7CEF-ACAB-852C-4B123F94A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Pandas fornece duas principais estruturas de dados:</a:t>
            </a:r>
          </a:p>
          <a:p>
            <a:r>
              <a:rPr lang="pt-BR" dirty="0"/>
              <a:t>Series: Uma estrutura unidimensional, similar a uma coluna de dados, com índices.</a:t>
            </a:r>
          </a:p>
          <a:p>
            <a:r>
              <a:rPr lang="pt-BR" dirty="0" err="1"/>
              <a:t>DataFrame</a:t>
            </a:r>
            <a:r>
              <a:rPr lang="pt-BR" dirty="0"/>
              <a:t>: Estrutura bidimensional (linhas e colunas), similar a uma tabela, onde cada coluna é uma Series.</a:t>
            </a:r>
          </a:p>
        </p:txBody>
      </p:sp>
    </p:spTree>
    <p:extLst>
      <p:ext uri="{BB962C8B-B14F-4D97-AF65-F5344CB8AC3E}">
        <p14:creationId xmlns:p14="http://schemas.microsoft.com/office/powerpoint/2010/main" val="1317923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547C4E-8341-2C15-4024-71092114B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SERIE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F56B54-8FCF-53BB-0773-368A158A0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</a:t>
            </a:r>
            <a:r>
              <a:rPr lang="pt-BR" b="1" dirty="0"/>
              <a:t>Series</a:t>
            </a:r>
            <a:r>
              <a:rPr lang="pt-BR" dirty="0"/>
              <a:t> em Pandas é uma estrutura de dados unidimensional, similar a uma lista ou um </a:t>
            </a:r>
            <a:r>
              <a:rPr lang="pt-BR" dirty="0" err="1"/>
              <a:t>array</a:t>
            </a:r>
            <a:r>
              <a:rPr lang="pt-BR" dirty="0"/>
              <a:t>, mas com o diferencial de possuir um índice associado a cada elemento. É como se fosse uma coluna de dados com rótulos para cada linha.</a:t>
            </a:r>
          </a:p>
        </p:txBody>
      </p:sp>
    </p:spTree>
    <p:extLst>
      <p:ext uri="{BB962C8B-B14F-4D97-AF65-F5344CB8AC3E}">
        <p14:creationId xmlns:p14="http://schemas.microsoft.com/office/powerpoint/2010/main" val="397268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5C944-B583-E516-ADC5-808702A41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Características principais (SERIE)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195768-00CF-57EF-8789-C549EA34D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Unidimensional: Uma Series contém apenas uma coluna de dados.</a:t>
            </a:r>
          </a:p>
          <a:p>
            <a:r>
              <a:rPr lang="pt-BR" dirty="0"/>
              <a:t>Índices: Cada valor em uma Series é indexado, e você pode acessar valores específicos através desses índices.</a:t>
            </a:r>
          </a:p>
          <a:p>
            <a:r>
              <a:rPr lang="pt-BR" dirty="0"/>
              <a:t>Flexível com Tipos de Dados: Pode armazenar qualquer tipo de dado, como números, </a:t>
            </a:r>
            <a:r>
              <a:rPr lang="pt-BR" dirty="0" err="1"/>
              <a:t>strings</a:t>
            </a:r>
            <a:r>
              <a:rPr lang="pt-BR" dirty="0"/>
              <a:t>, datas, etc.</a:t>
            </a:r>
          </a:p>
        </p:txBody>
      </p:sp>
    </p:spTree>
    <p:extLst>
      <p:ext uri="{BB962C8B-B14F-4D97-AF65-F5344CB8AC3E}">
        <p14:creationId xmlns:p14="http://schemas.microsoft.com/office/powerpoint/2010/main" val="1648431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BD6004-91A1-1894-D9C4-EEBB428C8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criação de serie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335B6D-764D-6076-8AA9-9C9326C9F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1 – A partir de uma lista 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EDE95AC-C273-8A16-027A-EE63E52C4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608" y="3172322"/>
            <a:ext cx="4996392" cy="277127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C32293B-334E-EE0C-9ABD-AEE441E57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5266" y="3105043"/>
            <a:ext cx="2996643" cy="290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14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4C9D5A-B0F2-F541-F2A5-C30A42D62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Definindo índices personalizados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DFB09DB-14D3-3866-B681-6D274F5B3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667" y="2249487"/>
            <a:ext cx="8003488" cy="120144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5C04512-B28A-BEAC-3426-77B945DD3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859" y="3603333"/>
            <a:ext cx="2457104" cy="235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764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2EB8D-060C-6CF6-1D39-203FF8DB7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com series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BFE0BA-D689-8D7D-275E-BDF415D74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Você pode realizar várias operações em Series, como somar valores, calcular médias e filtrar dados. Exemplos:</a:t>
            </a:r>
          </a:p>
          <a:p>
            <a:endParaRPr lang="pt-BR" dirty="0"/>
          </a:p>
          <a:p>
            <a:r>
              <a:rPr lang="pt-BR" dirty="0"/>
              <a:t>Filtrando Valores: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9FC2F97-92EB-20D1-A77C-8837A0394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540" y="4671962"/>
            <a:ext cx="6443188" cy="111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490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59F009-038D-483E-EECA-6A27FEF4A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com series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54F6B5-7016-6501-24C6-69C4F605B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Operações matemáticas </a:t>
            </a:r>
          </a:p>
          <a:p>
            <a:endParaRPr lang="pt-BR" dirty="0"/>
          </a:p>
          <a:p>
            <a:r>
              <a:rPr lang="pt-BR" dirty="0" err="1"/>
              <a:t>Ex</a:t>
            </a:r>
            <a:r>
              <a:rPr lang="pt-BR" dirty="0"/>
              <a:t>: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F1254BE-7F06-26D6-542D-E536CAC6C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610" y="4245590"/>
            <a:ext cx="6102755" cy="126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679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FD7141-BCF7-97AB-140F-4669C15EE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Dataframe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DCBA7D-6AE9-3913-701B-45D7F1874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</a:t>
            </a:r>
            <a:r>
              <a:rPr lang="pt-BR" b="1" dirty="0" err="1"/>
              <a:t>DataFrame</a:t>
            </a:r>
            <a:r>
              <a:rPr lang="pt-BR" dirty="0"/>
              <a:t> é uma estrutura de dados bidimensional, como uma tabela, onde cada coluna é uma Series. Ele é o principal objeto de dados em Pandas, pois organiza dados em linhas e colunas, permitindo a manipulação tabular com facilidade.</a:t>
            </a:r>
          </a:p>
        </p:txBody>
      </p:sp>
    </p:spTree>
    <p:extLst>
      <p:ext uri="{BB962C8B-B14F-4D97-AF65-F5344CB8AC3E}">
        <p14:creationId xmlns:p14="http://schemas.microsoft.com/office/powerpoint/2010/main" val="2232156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7C699F-9D0B-789C-3C18-8B1889E60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Características principais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BAA8B9-CC20-7878-D8D3-4AD42B7EA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Bidimensional: Um </a:t>
            </a:r>
            <a:r>
              <a:rPr lang="pt-BR" dirty="0" err="1"/>
              <a:t>DataFrame</a:t>
            </a:r>
            <a:r>
              <a:rPr lang="pt-BR" dirty="0"/>
              <a:t> possui linhas e colunas.</a:t>
            </a:r>
          </a:p>
          <a:p>
            <a:r>
              <a:rPr lang="pt-BR" dirty="0"/>
              <a:t>Colunas com Índices: Cada coluna tem seu próprio índice e nome, facilitando a organização.</a:t>
            </a:r>
          </a:p>
          <a:p>
            <a:r>
              <a:rPr lang="pt-BR" dirty="0"/>
              <a:t>Tipos de Dados Diversos: Pode conter dados de diferentes tipos, por exemplo, números em uma coluna e </a:t>
            </a:r>
            <a:r>
              <a:rPr lang="pt-BR" dirty="0" err="1"/>
              <a:t>strings</a:t>
            </a:r>
            <a:r>
              <a:rPr lang="pt-BR" dirty="0"/>
              <a:t> em outra.</a:t>
            </a:r>
          </a:p>
        </p:txBody>
      </p:sp>
    </p:spTree>
    <p:extLst>
      <p:ext uri="{BB962C8B-B14F-4D97-AF65-F5344CB8AC3E}">
        <p14:creationId xmlns:p14="http://schemas.microsoft.com/office/powerpoint/2010/main" val="4227328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76AA29-A026-7013-86DD-32E836274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criação de </a:t>
            </a:r>
            <a:r>
              <a:rPr lang="pt-BR" dirty="0" err="1"/>
              <a:t>dataframe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FBA98A-A101-94AC-01C1-C69BC218B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951630"/>
            <a:ext cx="9905999" cy="3839571"/>
          </a:xfrm>
        </p:spPr>
        <p:txBody>
          <a:bodyPr/>
          <a:lstStyle/>
          <a:p>
            <a:r>
              <a:rPr lang="pt-BR" dirty="0"/>
              <a:t>Com dicionário: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483459F-916F-60BF-366B-273E0D7D3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053" y="2864723"/>
            <a:ext cx="5921893" cy="329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71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548E8F-359D-3E64-DE43-6A730636E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Saida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708A85AC-D571-E62A-6B91-48848EFEAF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0871" y="2589675"/>
            <a:ext cx="5510258" cy="2528236"/>
          </a:xfrm>
        </p:spPr>
      </p:pic>
    </p:spTree>
    <p:extLst>
      <p:ext uri="{BB962C8B-B14F-4D97-AF65-F5344CB8AC3E}">
        <p14:creationId xmlns:p14="http://schemas.microsoft.com/office/powerpoint/2010/main" val="3912532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2EDDF4-E2A2-6144-8546-5DF3AA16D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partir de uma lista de listas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0B9C35C-DDC2-9EBF-925A-6BCD838A2C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1300" y="2873860"/>
            <a:ext cx="10674561" cy="1478571"/>
          </a:xfrm>
        </p:spPr>
      </p:pic>
    </p:spTree>
    <p:extLst>
      <p:ext uri="{BB962C8B-B14F-4D97-AF65-F5344CB8AC3E}">
        <p14:creationId xmlns:p14="http://schemas.microsoft.com/office/powerpoint/2010/main" val="1335902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4D5894-1BA1-71A3-DC31-2D3165A4C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em </a:t>
            </a:r>
            <a:r>
              <a:rPr lang="pt-BR" dirty="0" err="1"/>
              <a:t>dataframe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6E7F9D-D98C-B72A-D073-3B172636B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Selecionar colunas: </a:t>
            </a:r>
            <a:r>
              <a:rPr lang="pt-BR" b="1" dirty="0"/>
              <a:t>print(</a:t>
            </a:r>
            <a:r>
              <a:rPr lang="pt-BR" b="1" dirty="0" err="1"/>
              <a:t>df</a:t>
            </a:r>
            <a:r>
              <a:rPr lang="pt-BR" b="1" dirty="0"/>
              <a:t>['Nome’])</a:t>
            </a:r>
          </a:p>
          <a:p>
            <a:r>
              <a:rPr lang="pt-BR" dirty="0"/>
              <a:t>Selecionar múltiplas colunas: </a:t>
            </a:r>
            <a:r>
              <a:rPr lang="pt-BR" b="1" dirty="0"/>
              <a:t>print</a:t>
            </a:r>
            <a:r>
              <a:rPr lang="pt-BR" dirty="0"/>
              <a:t>(</a:t>
            </a:r>
            <a:r>
              <a:rPr lang="pt-BR" dirty="0" err="1"/>
              <a:t>df</a:t>
            </a:r>
            <a:r>
              <a:rPr lang="pt-BR" dirty="0"/>
              <a:t>[['Nome', 'Salario’]])</a:t>
            </a:r>
          </a:p>
          <a:p>
            <a:r>
              <a:rPr lang="pt-BR" dirty="0"/>
              <a:t>Filtrar Dados (linhas): </a:t>
            </a:r>
            <a:r>
              <a:rPr lang="pt-BR" b="1" dirty="0"/>
              <a:t>print(</a:t>
            </a:r>
            <a:r>
              <a:rPr lang="pt-BR" b="1" dirty="0" err="1"/>
              <a:t>df</a:t>
            </a:r>
            <a:r>
              <a:rPr lang="pt-BR" b="1" dirty="0"/>
              <a:t>[</a:t>
            </a:r>
            <a:r>
              <a:rPr lang="pt-BR" b="1" dirty="0" err="1"/>
              <a:t>df</a:t>
            </a:r>
            <a:r>
              <a:rPr lang="pt-BR" b="1" dirty="0"/>
              <a:t>['Idade'] &gt; 28])</a:t>
            </a:r>
          </a:p>
          <a:p>
            <a:r>
              <a:rPr lang="pt-BR" dirty="0"/>
              <a:t>Adicionar Nova Coluna: </a:t>
            </a:r>
            <a:r>
              <a:rPr lang="pt-BR" b="1" dirty="0" err="1"/>
              <a:t>df</a:t>
            </a:r>
            <a:r>
              <a:rPr lang="pt-BR" b="1" dirty="0"/>
              <a:t>['</a:t>
            </a:r>
            <a:r>
              <a:rPr lang="pt-BR" b="1" dirty="0" err="1"/>
              <a:t>Bonus</a:t>
            </a:r>
            <a:r>
              <a:rPr lang="pt-BR" b="1" dirty="0"/>
              <a:t>'] = </a:t>
            </a:r>
            <a:r>
              <a:rPr lang="pt-BR" b="1" dirty="0" err="1"/>
              <a:t>df</a:t>
            </a:r>
            <a:r>
              <a:rPr lang="pt-BR" b="1" dirty="0"/>
              <a:t>['Salario'] * 0.1</a:t>
            </a:r>
          </a:p>
          <a:p>
            <a:r>
              <a:rPr lang="pt-BR" dirty="0"/>
              <a:t>Remover Coluna: </a:t>
            </a:r>
            <a:r>
              <a:rPr lang="en-US" b="1" dirty="0" err="1"/>
              <a:t>df</a:t>
            </a:r>
            <a:r>
              <a:rPr lang="en-US" b="1" dirty="0"/>
              <a:t> = </a:t>
            </a:r>
            <a:r>
              <a:rPr lang="en-US" b="1" dirty="0" err="1"/>
              <a:t>df.drop</a:t>
            </a:r>
            <a:r>
              <a:rPr lang="en-US" b="1" dirty="0"/>
              <a:t>(columns=['Bonus’])</a:t>
            </a:r>
          </a:p>
          <a:p>
            <a:r>
              <a:rPr lang="pt-BR" dirty="0"/>
              <a:t>Estatísticas Rápidas: </a:t>
            </a:r>
            <a:r>
              <a:rPr lang="pt-BR" b="1" dirty="0"/>
              <a:t>print(</a:t>
            </a:r>
            <a:r>
              <a:rPr lang="pt-BR" b="1" dirty="0" err="1"/>
              <a:t>df.describe</a:t>
            </a:r>
            <a:r>
              <a:rPr lang="pt-BR" b="1" dirty="0"/>
              <a:t>())</a:t>
            </a:r>
            <a:endParaRPr lang="en-US" b="1" dirty="0"/>
          </a:p>
          <a:p>
            <a:endParaRPr lang="pt-BR" dirty="0"/>
          </a:p>
          <a:p>
            <a:endParaRPr lang="pt-BR" b="1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3565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AA5EE0-C207-A87B-1838-B9D6DFF88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Diferença entre Series e </a:t>
            </a:r>
            <a:r>
              <a:rPr lang="pt-BR" dirty="0" err="1"/>
              <a:t>DataFrame</a:t>
            </a:r>
            <a:endParaRPr lang="pt-BR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DA2DD51F-7464-537B-5AD5-ED7A462BC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546" y="2097088"/>
            <a:ext cx="8146907" cy="418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556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A235B7-E64F-8DB4-A056-115BC8B0E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744612-96F0-5A2C-E913-E3A1D2845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58143"/>
            <a:ext cx="9905999" cy="3541714"/>
          </a:xfrm>
        </p:spPr>
        <p:txBody>
          <a:bodyPr/>
          <a:lstStyle/>
          <a:p>
            <a:r>
              <a:rPr lang="pt-BR" dirty="0"/>
              <a:t>A biblioteca Pandas é fundamental para manipulação e análise de dados em Python. Com essas operações e exercícios, você poderá aplicá-la em projetos variados, seja na leitura de arquivos, filtragem de dados ou mesmo em análises mais complexas, agrupando e somando informações.</a:t>
            </a:r>
          </a:p>
        </p:txBody>
      </p:sp>
      <p:pic>
        <p:nvPicPr>
          <p:cNvPr id="3074" name="Picture 2" descr="Pin page">
            <a:extLst>
              <a:ext uri="{FF2B5EF4-FFF2-40B4-BE49-F238E27FC236}">
                <a16:creationId xmlns:a16="http://schemas.microsoft.com/office/drawing/2014/main" id="{18C9328C-F0F4-D533-8C40-BFD86FAC1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358" y="3623843"/>
            <a:ext cx="3429284" cy="2887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2813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527308-BAFB-83EC-570F-A9A22F5D7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Compilado de pandas:</a:t>
            </a:r>
          </a:p>
        </p:txBody>
      </p:sp>
      <p:pic>
        <p:nvPicPr>
          <p:cNvPr id="4098" name="Picture 2" descr="panda GIFs | Tenor">
            <a:extLst>
              <a:ext uri="{FF2B5EF4-FFF2-40B4-BE49-F238E27FC236}">
                <a16:creationId xmlns:a16="http://schemas.microsoft.com/office/drawing/2014/main" id="{C6CB53EB-6F74-D56E-9B06-256720B1C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90" y="1834095"/>
            <a:ext cx="2529313" cy="2529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Panda Eating GIFs | Tenor">
            <a:extLst>
              <a:ext uri="{FF2B5EF4-FFF2-40B4-BE49-F238E27FC236}">
                <a16:creationId xmlns:a16="http://schemas.microsoft.com/office/drawing/2014/main" id="{FFCF5138-F153-0580-4C92-18D0BD667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4423" y="1722514"/>
            <a:ext cx="2412526" cy="2752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panda Trending Gifs - bsc-int.co.jp">
            <a:extLst>
              <a:ext uri="{FF2B5EF4-FFF2-40B4-BE49-F238E27FC236}">
                <a16:creationId xmlns:a16="http://schemas.microsoft.com/office/drawing/2014/main" id="{DAE59539-903C-8D4B-0FFB-EF7BC52BD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2040" y="476854"/>
            <a:ext cx="4762500" cy="276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Computer Panda GIF - Find &amp; Share on GIPHY">
            <a:extLst>
              <a:ext uri="{FF2B5EF4-FFF2-40B4-BE49-F238E27FC236}">
                <a16:creationId xmlns:a16="http://schemas.microsoft.com/office/drawing/2014/main" id="{63AB11AB-5168-BF55-6392-A8EB26D33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6963" y="3583854"/>
            <a:ext cx="3977562" cy="2752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Panda Panda GIFs | Tenor">
            <a:extLst>
              <a:ext uri="{FF2B5EF4-FFF2-40B4-BE49-F238E27FC236}">
                <a16:creationId xmlns:a16="http://schemas.microsoft.com/office/drawing/2014/main" id="{C1229141-EF02-E81F-CA65-E703F96D0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520" y="4539381"/>
            <a:ext cx="3176561" cy="2079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69411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Circuito</Template>
  <TotalTime>27</TotalTime>
  <Words>597</Words>
  <Application>Microsoft Office PowerPoint</Application>
  <PresentationFormat>Widescreen</PresentationFormat>
  <Paragraphs>58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3" baseType="lpstr">
      <vt:lpstr>Arial</vt:lpstr>
      <vt:lpstr>Tw Cen MT</vt:lpstr>
      <vt:lpstr>Circuito</vt:lpstr>
      <vt:lpstr>Programação em python</vt:lpstr>
      <vt:lpstr>PANDA</vt:lpstr>
      <vt:lpstr>Quando utilizar o panda</vt:lpstr>
      <vt:lpstr>Instalação da biblioteca</vt:lpstr>
      <vt:lpstr>Estruturas de Dados em Pandas</vt:lpstr>
      <vt:lpstr>SERIE</vt:lpstr>
      <vt:lpstr>Características principais (SERIE)</vt:lpstr>
      <vt:lpstr>Exemplos de criação de serie</vt:lpstr>
      <vt:lpstr>Definindo índices personalizados</vt:lpstr>
      <vt:lpstr>Operações com series</vt:lpstr>
      <vt:lpstr>Operações com series</vt:lpstr>
      <vt:lpstr>Dataframe</vt:lpstr>
      <vt:lpstr>Características principais </vt:lpstr>
      <vt:lpstr>Exemplo de criação de dataframe</vt:lpstr>
      <vt:lpstr>Saida</vt:lpstr>
      <vt:lpstr>A partir de uma lista de listas</vt:lpstr>
      <vt:lpstr>Operações em dataframe</vt:lpstr>
      <vt:lpstr>Diferença entre Series e DataFrame</vt:lpstr>
      <vt:lpstr>Conclusão</vt:lpstr>
      <vt:lpstr>Compilado de pandas: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Fernando Spoljaric</dc:creator>
  <cp:lastModifiedBy>Luis Fernando Spoljaric</cp:lastModifiedBy>
  <cp:revision>5</cp:revision>
  <dcterms:created xsi:type="dcterms:W3CDTF">2024-10-30T21:14:52Z</dcterms:created>
  <dcterms:modified xsi:type="dcterms:W3CDTF">2024-10-30T21:42:34Z</dcterms:modified>
</cp:coreProperties>
</file>