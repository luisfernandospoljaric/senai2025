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9" r:id="rId4"/>
    <p:sldId id="25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  <p:sldId id="267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0288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458366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37033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15747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0941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354405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088647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004583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7803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70743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314649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839077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57875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515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963127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7203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85914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1935F7E-CA43-4629-9BCD-1B03EE90F80C}" type="datetimeFigureOut">
              <a:rPr lang="pt-BR" smtClean="0"/>
              <a:t>04/11/2024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6AFC0D-30F1-4017-BC13-AF6B789D464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553567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gif"/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gif"/><Relationship Id="rId2" Type="http://schemas.openxmlformats.org/officeDocument/2006/relationships/image" Target="../media/image15.gi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gi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gif"/><Relationship Id="rId2" Type="http://schemas.openxmlformats.org/officeDocument/2006/relationships/image" Target="../media/image18.gi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gif"/><Relationship Id="rId4" Type="http://schemas.openxmlformats.org/officeDocument/2006/relationships/image" Target="../media/image20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379F3B7-DACC-B1B1-890D-2089B7EED38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Programação em </a:t>
            </a:r>
            <a:r>
              <a:rPr lang="pt-BR" dirty="0" err="1"/>
              <a:t>python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72B0552-7023-FD73-0900-E03E135F328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/>
              <a:t>Prof. Luis Fernando</a:t>
            </a:r>
          </a:p>
          <a:p>
            <a:r>
              <a:rPr lang="pt-BR" dirty="0"/>
              <a:t>Senai 5.13 - </a:t>
            </a:r>
            <a:r>
              <a:rPr lang="pt-BR" dirty="0" err="1"/>
              <a:t>jaguariúna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023037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631E47-0FE5-04F0-8029-17D7B4A879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Carregando um Arquivo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1DD84D-B98A-A9E6-A93C-5F27B3AAC8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437916"/>
          </a:xfrm>
        </p:spPr>
        <p:txBody>
          <a:bodyPr/>
          <a:lstStyle/>
          <a:p>
            <a:r>
              <a:rPr lang="pt-BR" dirty="0"/>
              <a:t>Para ler uma planilha Excel em um </a:t>
            </a:r>
            <a:r>
              <a:rPr lang="pt-BR" dirty="0" err="1"/>
              <a:t>DataFrame</a:t>
            </a:r>
            <a:r>
              <a:rPr lang="pt-BR" dirty="0"/>
              <a:t> do Pandas, utilize o método </a:t>
            </a:r>
            <a:r>
              <a:rPr lang="pt-BR" dirty="0" err="1"/>
              <a:t>pd.read_excel</a:t>
            </a:r>
            <a:r>
              <a:rPr lang="pt-BR" dirty="0"/>
              <a:t>(). Esse método pode carregar arquivos com múltiplas planilhas e permite especificar qual planilha você quer manipular.</a:t>
            </a:r>
          </a:p>
          <a:p>
            <a:r>
              <a:rPr lang="pt-BR" dirty="0"/>
              <a:t>Caso o arquivo tenha apenas uma planilha, você pode omitir </a:t>
            </a:r>
            <a:r>
              <a:rPr lang="pt-BR" dirty="0" err="1"/>
              <a:t>sheet_name</a:t>
            </a:r>
            <a:r>
              <a:rPr lang="pt-BR" dirty="0"/>
              <a:t>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D251260A-BB67-97B9-CACF-389BA09C08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905" y="4468445"/>
            <a:ext cx="8105011" cy="1643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304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C9BBF3-BEC8-F27C-E166-35A7CF3818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Exploração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8266FCC-BB0C-C461-E857-C5C18138C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carregar os dados, é importante visualizá-los para entender a estrutura. Vamos usar alguns métodos para ter uma visão geral dos dados.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F1DAE57-23D7-9C46-0DC8-A8D2EEE1A2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7456" y="3551829"/>
            <a:ext cx="6793909" cy="201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3914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9B5642D-3B43-7606-0C6A-AE9D36F942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Visualização e Exploração dos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3A9376-89C3-9098-9AC0-990A54BA4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Esses métodos ajudam a entender o tamanho dos dados, os tipos de colunas, e se há valores nulos.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01E1AE1-204A-3C98-80BB-A054C4AF3D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4599" y="2336551"/>
            <a:ext cx="7979624" cy="2184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99970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2D2B73-50F2-EF29-B47C-86B22D0CD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Manipulação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222F5E6-D3F3-E325-7B37-793DB68DCC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6"/>
            <a:ext cx="9905999" cy="3989995"/>
          </a:xfrm>
        </p:spPr>
        <p:txBody>
          <a:bodyPr/>
          <a:lstStyle/>
          <a:p>
            <a:pPr marL="0" indent="0">
              <a:buNone/>
            </a:pPr>
            <a:r>
              <a:rPr lang="pt-BR" dirty="0"/>
              <a:t>Agora vamos explorar algumas operações comuns de manipulação de dados em um </a:t>
            </a:r>
            <a:r>
              <a:rPr lang="pt-BR" dirty="0" err="1"/>
              <a:t>DataFrame</a:t>
            </a:r>
            <a:r>
              <a:rPr lang="pt-BR" dirty="0"/>
              <a:t> do Pandas.</a:t>
            </a:r>
          </a:p>
          <a:p>
            <a:r>
              <a:rPr lang="pt-BR" dirty="0"/>
              <a:t>Seleção de Colunas e Linhas</a:t>
            </a:r>
          </a:p>
          <a:p>
            <a:pPr lvl="1"/>
            <a:r>
              <a:rPr lang="pt-BR" dirty="0"/>
              <a:t>Para selecionar colunas ou linhas específicas: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3A5664A6-6D58-577C-4DF7-5131299844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073" y="4435552"/>
            <a:ext cx="5693853" cy="2147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4554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4F2885-ACF1-EBED-9153-F72F0C376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Manipulação de Dados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F2398F4-65EB-B184-F5EC-B80E3691A6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369" y="2382612"/>
            <a:ext cx="9976085" cy="209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9359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41B4E2-704C-4CD1-4991-BA13B55B5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Filtragem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DBD6C9C-5BEA-CEC9-2136-B879B175CB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Filtragem permite selecionar apenas as linhas que atendem a determinadas condições.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450C82B-FF2E-9FA3-8E41-23EFD8C9BC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11" y="3579812"/>
            <a:ext cx="10351999" cy="236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5579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798C75-5CC0-6ECB-0870-FFF6B31EF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Modificação de Dados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3D0C19D-8E87-ACD5-A745-BF5D60AED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Você pode alterar valores diretamente no </a:t>
            </a:r>
            <a:r>
              <a:rPr lang="pt-BR" dirty="0" err="1"/>
              <a:t>DataFrame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6204451-4302-DD77-A2CA-779E4606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395" y="3429000"/>
            <a:ext cx="9188032" cy="18665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828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F579169-F916-D04D-6071-8BEB6714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Remoção de Colunas e Linhas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7F5862B-D8D8-832E-D7F4-7CD5D22BA7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Remova colunas ou linhas desnecessárias com o método </a:t>
            </a:r>
            <a:r>
              <a:rPr lang="pt-BR" dirty="0" err="1"/>
              <a:t>drop</a:t>
            </a:r>
            <a:r>
              <a:rPr lang="pt-BR" dirty="0"/>
              <a:t>().</a:t>
            </a:r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602590F4-C01A-D0C3-A0D7-755F17A1D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0869" y="3038404"/>
            <a:ext cx="7747084" cy="2215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5676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9987B8-554D-A0D5-1B2D-211961325B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Lidar com Valores Nulos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F1E642C-5A80-AE2E-F05C-1CE4B600FF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Para gerenciar valores nulos, utilize métodos como </a:t>
            </a:r>
            <a:r>
              <a:rPr lang="pt-BR" dirty="0" err="1"/>
              <a:t>fillna</a:t>
            </a:r>
            <a:r>
              <a:rPr lang="pt-BR" dirty="0"/>
              <a:t>() para preencher valores ou </a:t>
            </a:r>
            <a:r>
              <a:rPr lang="pt-BR" dirty="0" err="1"/>
              <a:t>dropna</a:t>
            </a:r>
            <a:r>
              <a:rPr lang="pt-BR" dirty="0"/>
              <a:t>() para remover.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F62889-50EC-3158-9594-04E66D7720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7007" y="3570028"/>
            <a:ext cx="6934807" cy="2221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2272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033B939-8A13-19F1-F92B-352B8EC7C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Salvando o </a:t>
            </a:r>
            <a:r>
              <a:rPr lang="pt-BR" dirty="0" err="1"/>
              <a:t>DataFrame</a:t>
            </a:r>
            <a:r>
              <a:rPr lang="pt-BR" dirty="0"/>
              <a:t> em um Arquivo Excel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5AF84A2-26DA-AD28-6D97-1E439CD762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Depois de manipular os dados, salve o </a:t>
            </a:r>
            <a:r>
              <a:rPr lang="pt-BR" dirty="0" err="1"/>
              <a:t>DataFrame</a:t>
            </a:r>
            <a:r>
              <a:rPr lang="pt-BR" dirty="0"/>
              <a:t> em um novo arquivo Excel. Use o método </a:t>
            </a:r>
            <a:r>
              <a:rPr lang="pt-BR" dirty="0" err="1"/>
              <a:t>to_excel</a:t>
            </a:r>
            <a:r>
              <a:rPr lang="pt-BR" dirty="0"/>
              <a:t>() e especifique o nome do arquivo de saída.</a:t>
            </a:r>
          </a:p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66521A7-2CE0-BF12-0701-A71144EB92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8096" y="4020344"/>
            <a:ext cx="8752629" cy="1243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24472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D15B508-1ED6-4ED5-71BB-A9BF339141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Instale o Módulo </a:t>
            </a:r>
            <a:r>
              <a:rPr lang="pt-BR" dirty="0" err="1"/>
              <a:t>openpyxl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6622A-82CE-E607-DC09-442D0C1F1B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Execute o comando abaixo no terminal para instalar o </a:t>
            </a:r>
            <a:r>
              <a:rPr lang="pt-BR" dirty="0" err="1"/>
              <a:t>openpyxl</a:t>
            </a:r>
            <a:r>
              <a:rPr lang="pt-BR" dirty="0"/>
              <a:t>:</a:t>
            </a:r>
          </a:p>
          <a:p>
            <a:endParaRPr lang="pt-BR" dirty="0"/>
          </a:p>
          <a:p>
            <a:r>
              <a:rPr lang="pt-BR" dirty="0"/>
              <a:t>PIP INSTALL OPENPYXL</a:t>
            </a:r>
          </a:p>
        </p:txBody>
      </p:sp>
    </p:spTree>
    <p:extLst>
      <p:ext uri="{BB962C8B-B14F-4D97-AF65-F5344CB8AC3E}">
        <p14:creationId xmlns:p14="http://schemas.microsoft.com/office/powerpoint/2010/main" val="33863679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BE34565-66E4-41FA-63D5-60109AC41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 Completo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0B56FB-455A-31A4-A6CF-3B37459ADE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Aqui está um exemplo que combina várias operações em uma sequência:</a:t>
            </a:r>
          </a:p>
          <a:p>
            <a:endParaRPr lang="pt-BR" dirty="0"/>
          </a:p>
          <a:p>
            <a:r>
              <a:rPr lang="pt-BR" dirty="0"/>
              <a:t>Segue na lousa.</a:t>
            </a:r>
          </a:p>
        </p:txBody>
      </p:sp>
    </p:spTree>
    <p:extLst>
      <p:ext uri="{BB962C8B-B14F-4D97-AF65-F5344CB8AC3E}">
        <p14:creationId xmlns:p14="http://schemas.microsoft.com/office/powerpoint/2010/main" val="20208433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725250-3A0C-39F6-51D3-E825CF1F35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Conclusão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E8D2467-F6DD-B2C5-C912-08F4988701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Esse exemplo cobre a maioria das operações básicas e permitirá que você manipule dados em arquivos Excel usando o Pandas com facilidade. </a:t>
            </a:r>
          </a:p>
        </p:txBody>
      </p:sp>
    </p:spTree>
    <p:extLst>
      <p:ext uri="{BB962C8B-B14F-4D97-AF65-F5344CB8AC3E}">
        <p14:creationId xmlns:p14="http://schemas.microsoft.com/office/powerpoint/2010/main" val="500059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99624F-6325-D06A-B525-59117B5A28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Compilado de pandas</a:t>
            </a:r>
          </a:p>
        </p:txBody>
      </p:sp>
      <p:pic>
        <p:nvPicPr>
          <p:cNvPr id="4098" name="Picture 2" descr="Pin page">
            <a:extLst>
              <a:ext uri="{FF2B5EF4-FFF2-40B4-BE49-F238E27FC236}">
                <a16:creationId xmlns:a16="http://schemas.microsoft.com/office/drawing/2014/main" id="{AC304C76-E418-AB67-5D1C-C9D04CFA4A4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0590" y="1834001"/>
            <a:ext cx="4933950" cy="2762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panda GIFs | Tenor">
            <a:extLst>
              <a:ext uri="{FF2B5EF4-FFF2-40B4-BE49-F238E27FC236}">
                <a16:creationId xmlns:a16="http://schemas.microsoft.com/office/drawing/2014/main" id="{C4A4D3EC-8B60-DD8B-F3ED-04BA187244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3151" y="1834000"/>
            <a:ext cx="4007241" cy="4007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16815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Rolling Panda GIFs | Tenor">
            <a:extLst>
              <a:ext uri="{FF2B5EF4-FFF2-40B4-BE49-F238E27FC236}">
                <a16:creationId xmlns:a16="http://schemas.microsoft.com/office/drawing/2014/main" id="{0155BCB4-6817-420D-5A35-EB7CC51D3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1412" y="618518"/>
            <a:ext cx="5263950" cy="3230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4" name="Picture 4" descr="Panda Fail GIFs | Tenor">
            <a:extLst>
              <a:ext uri="{FF2B5EF4-FFF2-40B4-BE49-F238E27FC236}">
                <a16:creationId xmlns:a16="http://schemas.microsoft.com/office/drawing/2014/main" id="{2AC3AAA9-6358-BBE0-7371-276B1CD32C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09061" y="618518"/>
            <a:ext cx="4101751" cy="51271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6" name="Picture 6" descr="Panda animals playing GIF - Find on GIFER">
            <a:extLst>
              <a:ext uri="{FF2B5EF4-FFF2-40B4-BE49-F238E27FC236}">
                <a16:creationId xmlns:a16="http://schemas.microsoft.com/office/drawing/2014/main" id="{7C9D18BF-0BFD-17CA-E0D4-36A8C5051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2758" y="4135736"/>
            <a:ext cx="3705499" cy="252437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490247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Panda se movendo como herói de filme de ação bombou na internet; veja gifs  lindões de pandas – Vírgula">
            <a:extLst>
              <a:ext uri="{FF2B5EF4-FFF2-40B4-BE49-F238E27FC236}">
                <a16:creationId xmlns:a16="http://schemas.microsoft.com/office/drawing/2014/main" id="{24B410FF-DDCC-1A62-C2CB-323E41D06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0295" y="471274"/>
            <a:ext cx="4640468" cy="33228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48" name="Picture 4" descr="Panda se movendo como herói de filme de ação bombou na internet; veja gifs  lindões de pandas – Vírgula">
            <a:extLst>
              <a:ext uri="{FF2B5EF4-FFF2-40B4-BE49-F238E27FC236}">
                <a16:creationId xmlns:a16="http://schemas.microsoft.com/office/drawing/2014/main" id="{A48210EF-0DCE-0870-59C9-BDADA67CF8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21310" y="471274"/>
            <a:ext cx="4501699" cy="45016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Panda Sad GIFs | Tenor">
            <a:extLst>
              <a:ext uri="{FF2B5EF4-FFF2-40B4-BE49-F238E27FC236}">
                <a16:creationId xmlns:a16="http://schemas.microsoft.com/office/drawing/2014/main" id="{FA96FED9-7C30-C66C-B53A-65D1294EE7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733" y="3918259"/>
            <a:ext cx="2095500" cy="27336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2" name="Picture 8" descr="Rolling Panda GIFs | Tenor">
            <a:extLst>
              <a:ext uri="{FF2B5EF4-FFF2-40B4-BE49-F238E27FC236}">
                <a16:creationId xmlns:a16="http://schemas.microsoft.com/office/drawing/2014/main" id="{5CB21F53-AEFF-FED3-E41D-D2E1B4F952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0529" y="4944684"/>
            <a:ext cx="3053618" cy="1707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3720910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142578CA-DEC9-49C3-80AF-C113973CC9A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Circuito</Template>
  <TotalTime>45</TotalTime>
  <Words>323</Words>
  <Application>Microsoft Office PowerPoint</Application>
  <PresentationFormat>Widescreen</PresentationFormat>
  <Paragraphs>41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20" baseType="lpstr">
      <vt:lpstr>Arial</vt:lpstr>
      <vt:lpstr>Tw Cen MT</vt:lpstr>
      <vt:lpstr>Circuito</vt:lpstr>
      <vt:lpstr>Programação em python</vt:lpstr>
      <vt:lpstr>Carregando um Arquivo Excel</vt:lpstr>
      <vt:lpstr>Visualização e Exploração dos Dados</vt:lpstr>
      <vt:lpstr>Visualização e Exploração dos Dados</vt:lpstr>
      <vt:lpstr>Manipulação de Dados</vt:lpstr>
      <vt:lpstr>Manipulação de Dados</vt:lpstr>
      <vt:lpstr>Filtragem de Dados</vt:lpstr>
      <vt:lpstr>Modificação de Dados</vt:lpstr>
      <vt:lpstr>Remoção de Colunas e Linhas</vt:lpstr>
      <vt:lpstr>Lidar com Valores Nulos</vt:lpstr>
      <vt:lpstr>Salvando o DataFrame em um Arquivo Excel</vt:lpstr>
      <vt:lpstr>Instale o Módulo openpyxl</vt:lpstr>
      <vt:lpstr>Exemplo Completo</vt:lpstr>
      <vt:lpstr>Conclusão</vt:lpstr>
      <vt:lpstr>Compilado de pandas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Luis Fernando Spoljaric</dc:creator>
  <cp:lastModifiedBy>Luis Fernando Spoljaric</cp:lastModifiedBy>
  <cp:revision>1</cp:revision>
  <dcterms:created xsi:type="dcterms:W3CDTF">2024-11-04T21:18:50Z</dcterms:created>
  <dcterms:modified xsi:type="dcterms:W3CDTF">2024-11-04T22:04:32Z</dcterms:modified>
</cp:coreProperties>
</file>